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5"/>
  </p:notesMasterIdLst>
  <p:sldIdLst>
    <p:sldId id="256" r:id="rId2"/>
    <p:sldId id="289" r:id="rId3"/>
    <p:sldId id="258" r:id="rId4"/>
  </p:sldIdLst>
  <p:sldSz cx="12192000" cy="6858000"/>
  <p:notesSz cx="6858000" cy="9144000"/>
  <p:embeddedFontLst>
    <p:embeddedFont>
      <p:font typeface="Gilroy Bold" panose="020B0803050000020004"/>
      <p:bold r:id="rId6"/>
    </p:embeddedFont>
    <p:embeddedFont>
      <p:font typeface="Gilroy Medium" panose="020B0503050000020004"/>
      <p:regular r:id="rId7"/>
    </p:embeddedFont>
    <p:embeddedFont>
      <p:font typeface="Verdana" panose="020B0604030504040204" pitchFamily="34" charset="0"/>
      <p:regular r:id="rId7"/>
      <p:bold r:id="rId7"/>
      <p:italic r:id="rId7"/>
      <p:boldItalic r:id="rId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 autoAdjust="0"/>
    <p:restoredTop sz="95928"/>
  </p:normalViewPr>
  <p:slideViewPr>
    <p:cSldViewPr snapToGrid="0">
      <p:cViewPr varScale="1">
        <p:scale>
          <a:sx n="110" d="100"/>
          <a:sy n="110" d="100"/>
        </p:scale>
        <p:origin x="21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09.04.2026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09.04.2026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09.04.2026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09.04.2026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09.04.2026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09.04.2026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09.04.2026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 - </a:t>
            </a:r>
            <a:r>
              <a:rPr kumimoji="0" 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 -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Лабораторная работа №5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409612" y="5786150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>
                <a:latin typeface="Gilroy Medium" panose="00000600000000000000" charset="-52"/>
              </a:rPr>
              <a:t>Булытова Мария Васильевна</a:t>
            </a:r>
            <a:r>
              <a:rPr lang="ru-RU" sz="1800" dirty="0">
                <a:latin typeface="Gilroy Medium" panose="00000600000000000000" charset="-52"/>
              </a:rPr>
              <a:t>, группа </a:t>
            </a:r>
            <a:r>
              <a:rPr lang="ru-RU" dirty="0">
                <a:latin typeface="Gilroy Medium" panose="00000600000000000000" charset="-52"/>
              </a:rPr>
              <a:t>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Булытова Мария Васильевна,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214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и е 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259725" y="3906053"/>
            <a:ext cx="624989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>
                <a:latin typeface="Gilroy Medium" panose="00000600000000000000" charset="-52"/>
              </a:rPr>
              <a:t>Булытова Мария Васильевна</a:t>
            </a:r>
            <a:r>
              <a:rPr lang="en-US" dirty="0">
                <a:latin typeface="Gilroy Medium" panose="00000600000000000000" charset="-52"/>
              </a:rPr>
              <a:t>,</a:t>
            </a:r>
            <a:r>
              <a:rPr lang="ru-RU" dirty="0">
                <a:latin typeface="Gilroy Medium" panose="00000600000000000000" charset="-52"/>
              </a:rPr>
              <a:t>группа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2026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 -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Лабораторная</a:t>
            </a: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 работа №4 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0</TotalTime>
  <Words>81</Words>
  <Application>Microsoft Macintosh PowerPoint</Application>
  <PresentationFormat>Широкоэкранный</PresentationFormat>
  <Paragraphs>19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Gilroy Bold</vt:lpstr>
      <vt:lpstr>Verdana</vt:lpstr>
      <vt:lpstr>Arial</vt:lpstr>
      <vt:lpstr>Gilroy Medium</vt:lpstr>
      <vt:lpstr>Calibri</vt:lpstr>
      <vt:lpstr>Тема2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Мария Булытова</dc:creator>
  <cp:lastModifiedBy>Мария Булытова</cp:lastModifiedBy>
  <cp:revision>1</cp:revision>
  <dcterms:created xsi:type="dcterms:W3CDTF">2026-04-09T09:51:26Z</dcterms:created>
  <dcterms:modified xsi:type="dcterms:W3CDTF">2026-04-09T09:51:41Z</dcterms:modified>
</cp:coreProperties>
</file>